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60" r:id="rId1"/>
  </p:sldMasterIdLst>
  <p:notesMasterIdLst>
    <p:notesMasterId r:id="rId2"/>
  </p:notesMasterIdLst>
  <p:sldIdLst>
    <p:sldId id="256" r:id="rId3"/>
    <p:sldId id="257" r:id="rId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presProps" Target="presProps.xml"  /><Relationship Id="rId6" Type="http://schemas.openxmlformats.org/officeDocument/2006/relationships/viewProps" Target="viewProps.xml"  /><Relationship Id="rId7" Type="http://schemas.openxmlformats.org/officeDocument/2006/relationships/theme" Target="theme/theme1.xml"  /><Relationship Id="rId8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0F89C1C7-3DCD-1040-A9CF-14679D8B5DDD}" type="datetime1">
              <a:rPr lang="en-US"/>
              <a:pPr lvl="0">
                <a:defRPr/>
              </a:pPr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B5E49A5-4136-284D-997B-48E1D791AD67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What is AI literacy? Can AI replace teachers? AI can explain concepts, assess work, and provide feedback. But does that mean human teachers are becoming optional?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AI literacy involves understanding AI capabilities and limitations, evaluating its outputs critically, and using it responsibly. Teachers also contribute empathy, relationships, and ethical judgment. How might AI redefine the teacher’s role?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7.xml"  /><Relationship Id="rId3" Type="http://schemas.openxmlformats.org/officeDocument/2006/relationships/hyperlink" Target="https://commons.wikimedia.org/wiki/File:Students_with_a_teacher.jpg" TargetMode="External" /><Relationship Id="rId4" Type="http://schemas.openxmlformats.org/officeDocument/2006/relationships/image" Target="../media/image1.jpeg"  /><Relationship Id="rId5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7.xml"  /><Relationship Id="rId3" Type="http://schemas.openxmlformats.org/officeDocument/2006/relationships/hyperlink" Target="https://commons.wikimedia.org/wiki/File:Artificial_intelligence_in_education.jpg" TargetMode="External" /><Relationship Id="rId4" Type="http://schemas.openxmlformats.org/officeDocument/2006/relationships/image" Target="../media/image3.jpeg"  /><Relationship Id="rId5" Type="http://schemas.openxmlformats.org/officeDocument/2006/relationships/image" Target="../media/image4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2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02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9dcd5"/>
                </a:solidFill>
                <a:latin typeface="Aptos"/>
              </a:defRPr>
            </a:pPr>
            <a:r>
              <a:rPr lang="ko-KR" altLang="en-US"/>
              <a:t>AI LITERACY IN EDUCATION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5669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afbfd"/>
                </a:solidFill>
                <a:latin typeface="Aptos"/>
              </a:defRPr>
            </a:pPr>
            <a:r>
              <a:rPr lang="ko-KR" altLang="en-US"/>
              <a:t>Can AI Replace</a:t>
            </a:r>
            <a:br>
              <a:rPr lang="ko-KR" altLang="en-US"/>
            </a:br>
            <a:r>
              <a:rPr lang="ko-KR" altLang="en-US"/>
              <a:t>Teachers?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694944" y="3977639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9dcd5"/>
                </a:solidFill>
                <a:latin typeface="Aptos"/>
              </a:defRPr>
            </a:pPr>
            <a:r>
              <a:rPr lang="ko-KR" altLang="en-US"/>
              <a:t>EXPLAIN     ASSESS     FEEDBACK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94944" y="628192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bc0cc"/>
                </a:solidFill>
                <a:latin typeface="Aptos"/>
              </a:defRPr>
            </a:pPr>
            <a:r>
              <a:rPr lang="ko-KR" altLang="en-US"/>
              <a:t>DAY 01  /  01</a:t>
            </a: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995160" y="611733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bc0cc"/>
                </a:solidFill>
                <a:latin typeface="Aptos"/>
              </a:defRPr>
            </a:pPr>
            <a:r>
              <a:rPr lang="ko-KR" altLang="en-US"/>
              <a:t>Knowledge and philosophy · Wikimedia Commons · CC BY-SA 4.0</a:t>
            </a:r>
            <a:endParaRPr lang="ko-KR" altLang="en-US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024128"/>
            <a:ext cx="4617720" cy="4983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2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02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9dcd5"/>
                </a:solidFill>
                <a:latin typeface="Aptos"/>
              </a:defRPr>
            </a:pPr>
            <a:r>
              <a:rPr lang="ko-KR" altLang="en-US"/>
              <a:t>AI LITERACY IN EDUCATION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5669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afbfd"/>
                </a:solidFill>
                <a:latin typeface="Aptos"/>
              </a:defRPr>
            </a:pPr>
            <a:r>
              <a:rPr lang="ko-KR" altLang="en-US"/>
              <a:t>What Is</a:t>
            </a:r>
            <a:br>
              <a:rPr lang="ko-KR" altLang="en-US"/>
            </a:br>
            <a:r>
              <a:rPr lang="ko-KR" altLang="en-US"/>
              <a:t>AI Literacy?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694944" y="3977639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9dcd5"/>
                </a:solidFill>
                <a:latin typeface="Aptos"/>
              </a:defRPr>
            </a:pPr>
            <a:r>
              <a:rPr lang="ko-KR" altLang="en-US"/>
              <a:t>UNDERSTAND     EVALUATE     USE RESPONSIBLY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94944" y="628192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bc0cc"/>
                </a:solidFill>
                <a:latin typeface="Aptos"/>
              </a:defRPr>
            </a:pPr>
            <a:r>
              <a:rPr lang="ko-KR" altLang="en-US"/>
              <a:t>DAY 01  /  02</a:t>
            </a: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995160" y="611733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bc0cc"/>
                </a:solidFill>
                <a:latin typeface="Aptos"/>
              </a:defRPr>
            </a:pPr>
            <a:r>
              <a:rPr lang="ko-KR" altLang="en-US"/>
              <a:t>Rahma Abdelrahman · Wikimedia Commons · CC0</a:t>
            </a:r>
            <a:endParaRPr lang="ko-KR" altLang="en-US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024128"/>
            <a:ext cx="4617720" cy="4983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46</ep:Words>
  <ep:PresentationFormat>On-screen Show (4:3)</ep:PresentationFormat>
  <ep:Paragraphs>10</ep:Paragraphs>
  <ep:Slides>2</ep:Slides>
  <ep:Notes>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ep:HeadingPairs>
  <ep:TitlesOfParts>
    <vt:vector size="3" baseType="lpstr">
      <vt:lpstr>Office Theme</vt:lpstr>
      <vt:lpstr>슬라이드 1</vt:lpstr>
      <vt:lpstr>슬라이드 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human-11</cp:lastModifiedBy>
  <dcterms:modified xsi:type="dcterms:W3CDTF">2026-10-28T08:25:29.921</dcterms:modified>
  <cp:revision>6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